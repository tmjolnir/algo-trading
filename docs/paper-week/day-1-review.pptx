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71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171C"/>
                </a:solidFill>
                <a:latin typeface="Calibri"/>
              </a:rPr>
              <a:t>Bars upserted per minute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bars</c:v>
                </c:pt>
              </c:strCache>
            </c:strRef>
          </c:tx>
          <c:spPr>
            <a:solidFill>
              <a:srgbClr val="3A44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7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44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44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44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445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3A4453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3A4453"/>
              </a:solidFill>
              <a:effectLst/>
            </c:spPr>
          </c:dPt>
          <c:cat>
            <c:multiLvlStrRef>
              <c:f>Sheet1!$A$2:$A$15</c:f>
              <c:multiLvlStrCache>
                <c:ptCount val="14"/>
                <c:lvl>
                  <c:pt idx="0">
                    <c:v>18:41</c:v>
                  </c:pt>
                  <c:pt idx="1">
                    <c:v>18:42</c:v>
                  </c:pt>
                  <c:pt idx="2">
                    <c:v>18:43</c:v>
                  </c:pt>
                  <c:pt idx="3">
                    <c:v>18:44</c:v>
                  </c:pt>
                  <c:pt idx="4">
                    <c:v>18:45</c:v>
                  </c:pt>
                  <c:pt idx="5">
                    <c:v>18:46</c:v>
                  </c:pt>
                  <c:pt idx="6">
                    <c:v>18:47</c:v>
                  </c:pt>
                  <c:pt idx="7">
                    <c:v>18:48</c:v>
                  </c:pt>
                  <c:pt idx="8">
                    <c:v>18:49</c:v>
                  </c:pt>
                  <c:pt idx="9">
                    <c:v>18:50</c:v>
                  </c:pt>
                  <c:pt idx="10">
                    <c:v>18:51</c:v>
                  </c:pt>
                  <c:pt idx="11">
                    <c:v>18:52</c:v>
                  </c:pt>
                  <c:pt idx="12">
                    <c:v>18:53</c:v>
                  </c:pt>
                  <c:pt idx="13">
                    <c:v>18:54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19</c:v>
                </c:pt>
                <c:pt idx="1">
                  <c:v>19</c:v>
                </c:pt>
                <c:pt idx="2">
                  <c:v>18</c:v>
                </c:pt>
                <c:pt idx="3">
                  <c:v>18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15</c:v>
                </c:pt>
                <c:pt idx="13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647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l"/>
        <c:majorGridlines>
          <c:spPr>
            <a:ln w="12700" cap="flat">
              <a:solidFill>
                <a:srgbClr val="E8EB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identical bars=1020 on every warmup — including after five hours of live minute bars — is the fingerprint of the root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analyses converged on this with the same six-file evidence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1m with max(ts) at today’s close, and 1d with max(ts) before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blockers must be fixed together, or day 2 is another day of zeros.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0" y="13258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11:18:16  runner.warmed_up  bars=1020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17282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13:53:14  runner.warmed_up  bars=1020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21305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14:36:45  runner.warmed_up  bars=1020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53288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18:52:20  runner.warmed_up  bars=1020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29352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6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33375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on_bar() calls: 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WEEK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82880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Log Review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13,727 docker records · 9 containers · 11:16 → 21:24 UTC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the repository at commit 1119110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34340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A1116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4340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void. The strategy was never asked for an opinion —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once, in ten hours.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ALGORITHMIC TRADING PLATFORM  ·  OPERATIONS REVIEW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669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7548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runner reads a bar series nothing writes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trading.py:205 hard-codes Timeframe.D1. The ingestor writes 1-minute bars.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2228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" y="19933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StreamIngestor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1m bars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724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stream.py:104  ·  default M1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22402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2228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53712" y="19933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table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on timeframe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724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bars.py:163  ·  strict ==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836408" y="22402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92440" y="18288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2228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8472" y="199339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StrategyRunner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1d bars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272491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B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trading.py:205  ·  Timeframe.D1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52044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2A11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520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60 seconds _refresh_bars asked Postgres for the newest daily bar, got back the one it loaded at warmup,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returned an empty just_closed. strategy.on_bar() was invoked zero times. The 6,887 minute bars the platform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went into a series the runner never reads.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0749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WorkerConfig has no timeframe field — no dashboard edit can correct it. On this wiring sma_crossover produces zero signals every day of the week, not just day 1.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329184" cy="329184"/>
          </a:xfrm>
          <a:prstGeom prst="ellipse">
            <a:avLst/>
          </a:prstGeom>
          <a:solidFill>
            <a:srgbClr val="1417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fingerprint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828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runner.warmed_up bars=1020 is identical on all four warmups — 11:18:16, 13:53:14, 14:36:45 and 18:52:20. The last is after five hours of live minute bars. Daily seed data does not move during a session.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679192"/>
            <a:ext cx="329184" cy="329184"/>
          </a:xfrm>
          <a:prstGeom prst="ellipse">
            <a:avLst/>
          </a:prstGeom>
          <a:solidFill>
            <a:srgbClr val="1417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6334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fetch is 1m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99923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data.alpaca.bars_fetched, every data.backfill.* and all six data.stream.started lines carry timeframe=1m. Zero daily bars were written all day.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849624"/>
            <a:ext cx="329184" cy="329184"/>
          </a:xfrm>
          <a:prstGeom prst="ellipse">
            <a:avLst/>
          </a:prstGeom>
          <a:solidFill>
            <a:srgbClr val="1417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38039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downstream ran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416966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runner.signal_refused: 0 occurrences in 13,727 records. RiskEngine.validate() ran 0 times. No order.* event of any kind exists.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502920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138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a bug, not a market outcome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46811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Carlo, 2,000 paths of 390 1m bars: mean 7.65 SMA(20)/SMA(50) crossings per symbol per session. P(zero across 20 symbols) &lt; 1e-20.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502920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1417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5138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before day 2 — one query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54681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timeframe, count(*), max(ts)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bars group by 1 order by 1;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669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754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the timeframe alone still yields zero orders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entry into a flat symbol cannot be priced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2F4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sma_crossover emits a market ENTER_LONG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82880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limit price, and only when position.is_flat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67004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OrderRouter._size calls reference_price(...)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700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price → else position.last_price → else None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11296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511296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StrategyRunner._mark marks portfolio.open_positions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51129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flat symbol has no open position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352544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FBE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52544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last_price is never set on a flat symbol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35254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0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entry cannot be priced → a wall of SIZING refusals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2578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mark the whole configured watchlist in _mark, not just open positions. The runner already fetches the full watchlist’s quotes for the snapshot (runner.py:656).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85800" y="2194560"/>
            <a:ext cx="10149840" cy="0"/>
          </a:xfrm>
          <a:prstGeom prst="line">
            <a:avLst/>
          </a:prstGeom>
          <a:noFill/>
          <a:ln w="25400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" y="2125980"/>
            <a:ext cx="137160" cy="137160"/>
          </a:xfrm>
          <a:prstGeom prst="ellipse">
            <a:avLst/>
          </a:prstGeom>
          <a:solidFill>
            <a:srgbClr val="5A647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20240"/>
            <a:ext cx="0" cy="219456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-9144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11:18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-182880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#1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99436" y="2125980"/>
            <a:ext cx="137160" cy="1371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2868016" y="2249424"/>
            <a:ext cx="0" cy="219456"/>
          </a:xfrm>
          <a:prstGeom prst="line">
            <a:avLst/>
          </a:prstGeom>
          <a:noFill/>
          <a:ln w="1905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90776" y="2450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13:30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99336" y="2706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5429" y="2125980"/>
            <a:ext cx="137160" cy="137160"/>
          </a:xfrm>
          <a:prstGeom prst="ellipse">
            <a:avLst/>
          </a:prstGeom>
          <a:solidFill>
            <a:srgbClr val="CC8A22"/>
          </a:solidFill>
          <a:ln/>
        </p:spPr>
      </p:sp>
      <p:sp>
        <p:nvSpPr>
          <p:cNvPr id="13" name="Shape 11"/>
          <p:cNvSpPr/>
          <p:nvPr/>
        </p:nvSpPr>
        <p:spPr>
          <a:xfrm>
            <a:off x="3274009" y="1920240"/>
            <a:ext cx="0" cy="219456"/>
          </a:xfrm>
          <a:prstGeom prst="line">
            <a:avLst/>
          </a:prstGeom>
          <a:noFill/>
          <a:ln w="19050">
            <a:solidFill>
              <a:srgbClr val="CC8A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96769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13:53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05329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bounce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15918" y="2125980"/>
            <a:ext cx="137160" cy="137160"/>
          </a:xfrm>
          <a:prstGeom prst="ellipse">
            <a:avLst/>
          </a:prstGeom>
          <a:solidFill>
            <a:srgbClr val="CC8A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984498" y="2249424"/>
            <a:ext cx="0" cy="219456"/>
          </a:xfrm>
          <a:prstGeom prst="line">
            <a:avLst/>
          </a:prstGeom>
          <a:noFill/>
          <a:ln w="19050">
            <a:solidFill>
              <a:srgbClr val="CC8A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7258" y="2450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115818" y="2706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rev 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92960" y="2125980"/>
            <a:ext cx="137160" cy="1371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1540" y="1920240"/>
            <a:ext cx="0" cy="219456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8430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14:40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92860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leaves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77352" y="2125980"/>
            <a:ext cx="137160" cy="1371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Shape 23"/>
          <p:cNvSpPr/>
          <p:nvPr/>
        </p:nvSpPr>
        <p:spPr>
          <a:xfrm>
            <a:off x="8145932" y="2249424"/>
            <a:ext cx="0" cy="219456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8692" y="2450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77252" y="2706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35594" y="2125980"/>
            <a:ext cx="137160" cy="1371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04174" y="1920240"/>
            <a:ext cx="0" cy="219456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26934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18:49–51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835494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crashes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95333" y="2125980"/>
            <a:ext cx="137160" cy="1371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3" name="Shape 31"/>
          <p:cNvSpPr/>
          <p:nvPr/>
        </p:nvSpPr>
        <p:spPr>
          <a:xfrm>
            <a:off x="9363913" y="2249424"/>
            <a:ext cx="0" cy="219456"/>
          </a:xfrm>
          <a:prstGeom prst="line">
            <a:avLst/>
          </a:prstGeom>
          <a:noFill/>
          <a:ln w="19050">
            <a:solidFill>
              <a:srgbClr val="2E7D5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86673" y="2450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495233" y="2706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767060" y="2125980"/>
            <a:ext cx="137160" cy="137160"/>
          </a:xfrm>
          <a:prstGeom prst="ellipse">
            <a:avLst/>
          </a:prstGeom>
          <a:solidFill>
            <a:srgbClr val="CC8A2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835640" y="1920240"/>
            <a:ext cx="0" cy="219456"/>
          </a:xfrm>
          <a:prstGeom prst="line">
            <a:avLst/>
          </a:prstGeom>
          <a:noFill/>
          <a:ln w="19050">
            <a:solidFill>
              <a:srgbClr val="CC8A2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21:23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966960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cleared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461540" y="4023360"/>
            <a:ext cx="6272601" cy="640080"/>
          </a:xfrm>
          <a:prstGeom prst="roundRect">
            <a:avLst>
              <a:gd name="adj" fmla="val 11429"/>
            </a:avLst>
          </a:prstGeom>
          <a:solidFill>
            <a:srgbClr val="FBEAE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461540" y="4023360"/>
            <a:ext cx="6272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42m with nobody watching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413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6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STARTS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52044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3520440" y="5413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6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WARMUPS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35508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 s</a:t>
            </a:r>
            <a:endParaRPr lang="en-US" sz="2600" dirty="0"/>
          </a:p>
        </p:txBody>
      </p:sp>
      <p:sp>
        <p:nvSpPr>
          <p:cNvPr id="47" name="Text 45"/>
          <p:cNvSpPr txBox="1"/>
          <p:nvPr/>
        </p:nvSpPr>
        <p:spPr>
          <a:xfrm>
            <a:off x="6355080" y="5413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6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GAP PER CRASH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18972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 52.8s</a:t>
            </a:r>
            <a:endParaRPr lang="en-US" sz="2600" dirty="0"/>
          </a:p>
        </p:txBody>
      </p:sp>
      <p:sp>
        <p:nvSpPr>
          <p:cNvPr id="49" name="Text 47"/>
          <p:cNvSpPr txBox="1"/>
          <p:nvPr/>
        </p:nvSpPr>
        <p:spPr>
          <a:xfrm>
            <a:off x="9189720" y="5413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6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ABSENT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six boots died before runner.warmed_up. The meaningful outage is the strategy runner’s: 18:49:17.389 → 18:52:20.162.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C8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669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754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said so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~390 evaluations ran across the session and emitted nothing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1155680" cy="576072"/>
          </a:xfrm>
          <a:prstGeom prst="roundRect">
            <a:avLst>
              <a:gd name="adj" fmla="val 12698"/>
            </a:avLst>
          </a:prstGeom>
          <a:solidFill>
            <a:srgbClr val="F2F4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28800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_evaluate_once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28800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increments stats.evaluations · logs nothing on the success path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11155680" cy="576072"/>
          </a:xfrm>
          <a:prstGeom prst="roundRect">
            <a:avLst>
              <a:gd name="adj" fmla="val 12698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505456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atp_strategy_evaluations_total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505456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only export — metrics server refused to start on all six boots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11155680" cy="576072"/>
          </a:xfrm>
          <a:prstGeom prst="roundRect">
            <a:avLst>
              <a:gd name="adj" fmla="val 12698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182112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worker.metrics_disabled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182112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METRICS_TOKEN unset · startup.no_metrics_token on the API at 13:53:11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58768"/>
            <a:ext cx="11155680" cy="576072"/>
          </a:xfrm>
          <a:prstGeom prst="roundRect">
            <a:avLst>
              <a:gd name="adj" fmla="val 12698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58768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atp_halt_active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858768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RUNBOOK.md:61 tells the operator to check — uncollectable for 2h37m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535424"/>
            <a:ext cx="11155680" cy="576072"/>
          </a:xfrm>
          <a:prstGeom prst="roundRect">
            <a:avLst>
              <a:gd name="adj" fmla="val 12698"/>
            </a:avLst>
          </a:prstGeom>
          <a:solidFill>
            <a:srgbClr val="F2F4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535424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RunnerStats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4535424"/>
            <a:ext cx="6949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dashboard snapshot either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14171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being off is not a nit. It removed the only witness to the core loop — and the one continuous halt signal.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safety findings the empty book hid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was empty all day, so exposure was exactly zero. None of these fired.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1155680" cy="1243584"/>
          </a:xfrm>
          <a:prstGeom prst="roundRect">
            <a:avLst>
              <a:gd name="adj" fmla="val 7353"/>
            </a:avLst>
          </a:prstGeom>
          <a:solidFill>
            <a:srgbClr val="22283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2140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2140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2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06654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engine-side stop fallback is unreachable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432304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_exit_reason short-circuits on the static stop_config.broker_side flag instead of asking the router what is actually protected. A position whose broker stop was refused has no stop at all — neither broker-resident nor engine-managed.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11155680" cy="1243584"/>
          </a:xfrm>
          <a:prstGeom prst="roundRect">
            <a:avLst>
              <a:gd name="adj" fmla="val 7353"/>
            </a:avLst>
          </a:prstGeom>
          <a:solidFill>
            <a:srgbClr val="222833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53872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C8A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5387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59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CC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48386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 switch has no exit carve-out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849624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KillSwitchRule refuses everything with no exemption for closing trades. During those 2h37m every flatten, take-profit and protective-stop child order would also have been denied. A feed halt would freeze the ability to reduce risk while leaving the position 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155680" cy="1243584"/>
          </a:xfrm>
          <a:prstGeom prst="roundRect">
            <a:avLst>
              <a:gd name="adj" fmla="val 7353"/>
            </a:avLst>
          </a:prstGeom>
          <a:solidFill>
            <a:srgbClr val="22283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95604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C8A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95604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376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CC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90118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scripts/halt.py clears a halt with no password and no audit row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783080" y="5266944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callers of KillSwitch.clear exist. The dashboard path is properly gated; the shell path at halt.py:132 is not — and the RUNBOOK says otherwise. The audit trail records the resume but not the halt, with no correlation_id.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C8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669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754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minutes of data lost, reported as recovered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recovery backfill repaired one minute of a seven-minute hole</a:t>
            </a:r>
            <a:endParaRPr lang="en-US" sz="15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83080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63524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21945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gap_since is the current process’s stream-start time, not the last stored bar.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crash reset the gap origin. Worker #4 started 18:51:56.9 and believed the gap was 23 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asked for start=18:51:00 end=18:52:00 — one minute — and reported success.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~108 bars are permanently absent. backfill_failed / skipped / truncated all exist and none fired.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2120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backfill_missing_bars — the sweep that would repair this — is scheduled for 2026-09-04T02:00. It never ran on day 1.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C8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669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754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crashes were self-inflicted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retry budgets expire before a routine broker outage ends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65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outage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0" y="2020824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F2F4F7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2020824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1417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082528" y="20208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417 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~7 min · 18:45:22 → 18:52:19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8986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Trade-updates budget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0" y="2953512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F2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2953512"/>
            <a:ext cx="4122475" cy="347472"/>
          </a:xfrm>
          <a:prstGeom prst="roundRect">
            <a:avLst>
              <a:gd name="adj" fmla="val 13158"/>
            </a:avLst>
          </a:prstGeom>
          <a:solidFill>
            <a:srgbClr val="C810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89803" y="29535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235 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attempts · exhausted 18:49:17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8313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/v2/positions budget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0" y="3886200"/>
            <a:ext cx="7315200" cy="347472"/>
          </a:xfrm>
          <a:prstGeom prst="roundRect">
            <a:avLst>
              <a:gd name="adj" fmla="val 13158"/>
            </a:avLst>
          </a:prstGeom>
          <a:solidFill>
            <a:srgbClr val="F2F4F7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0" y="3886200"/>
            <a:ext cx="1175344" cy="347472"/>
          </a:xfrm>
          <a:prstGeom prst="roundRect">
            <a:avLst>
              <a:gd name="adj" fmla="val 13158"/>
            </a:avLst>
          </a:prstGeom>
          <a:solidFill>
            <a:srgbClr val="C810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42672" y="3886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242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attempts · exhausted 18:49:06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process deaths, three runner.stopped positions_left_open=True, and three destroyed gap markers — the direct cause of F5.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worker that dies faster than max_silence_seconds never halts at all: the staleness clock restarts at every boot (detect fired at exactly 60.1 s after each).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CC8A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66928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7548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repeated the halt for 2h 37m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029200" cy="2286000"/>
          </a:xfrm>
          <a:prstGeom prst="roundRect">
            <a:avLst>
              <a:gd name="adj" fmla="val 4800"/>
            </a:avLst>
          </a:prstGeom>
          <a:solidFill>
            <a:srgbClr val="1417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C8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8745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alert.sent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entire day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18:46:04  halt.global.all.data_feed_lost   CRITICAL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21:23:17  halt.global.all.cleared          info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93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(after the operator had already acted)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62763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Fired on nothing else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011680"/>
            <a:ext cx="576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worker.halted  ×3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worker.responsibility_ended  ×3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execution.reconcile.broker_unreachable  ×3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worker.scheduler.job_failed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crash loop itself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3611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process deaths in 158 seconds produced zero alerts.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16052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FBEA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1605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8A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mechanism: the "still halted" reminder is per-process state the crash loop destroyed, and the one continuous halt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8A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— the atp_halt_active metric — was uncollectable. Both escalation paths failed for the same underlying reason.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KillSwitch.engage() calls correctly collapsed to one halt record and one alert — the dedup at killswitch.py:214-216 held exactly as designed.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jobs, and the feed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scheduled jobs are NotImplementedError stubs, marked dormant after one attempt (scheduler.py:310-313)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6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6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2356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6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6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530352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574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reconcile_with_broker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0574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0574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0574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failed at 18:49:06 (broker unreachable)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6243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apply_corporate_actions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6243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26243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6243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 · 12:30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145536"/>
            <a:ext cx="11155680" cy="530352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1912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rollover_daily_counters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19125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19125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19125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 · 13:25 — a risk guardrail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758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generate_daily_report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75818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375818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75818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 · 20:30 — the deliverable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279392"/>
            <a:ext cx="11155680" cy="530352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3251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backfill_missing_bars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432511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23560" y="432511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3251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2026-09-04T02:00 — never ran on day 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feed is thin, not broken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5394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RTH coverage 87.6% — 6,830 of 7,800 expected bars. Median 18 of 20 symbols per minute; only 46 of 390 minutes complete. The only zero-bar RTH minutes are the outage. That is what feed=iex produces.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5029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Sizing is not survivable on 1m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53949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risk_pct 0.0015 = $150 risk. On daily bars that is ~15 shares of SPY (~8.25% of equity). On a minute-scale ATR the same formula asks for ~165% of equity — refused wholesale. Revision 4 is only survivable because of B1.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 — which is most of the platform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02920" y="158191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 switch is durably correct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202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key atp:halt:global, no TTL, appendonly volume. Exactly two callers of clear(), both requiring a human. is_engaged fails closed on a Redis error.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58191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enforcement is right in code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202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goes through OrderRouter._route → RiskEngine.validate → KillSwitchRule, read per order, fails closed. The restarted worker would not have traded through the halt.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04495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halt chain fired in order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3832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(64.4 s) → engage → alert → halt, in 1.0 s. Six engage() calls collapsed to one record and one alert.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04495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allow_live_orders did not cause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3832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as `if settings.is_live and not ...` (trading.py:137) — inert in paper, exactly as its own comment says. Leave it off.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07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never disagreed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8463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runs. 85 clean events = 75 scheduled + 4 warmups + 6 reconnects — correct by design.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4507992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4507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was clean, money is Decimal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8463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101/101 checkpoints, Redis 404 saves no evictions, one login, no non-2xx beyond three benign 401s. cash=100000.00000000 throughout.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Real-money exposure during the incident was exactly zero — the book was empty at every checkpoint.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silence census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of the 157 event names declared in the codebase never appeared. These are the ones that matter.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29384"/>
            <a:ext cx="4572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745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order.submitted · order.filled_qty · runner.stop_triggered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order.protective_stop_placed · execution.trade_update.filled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87452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order lifecycle is untouched.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4572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5968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runner.signal_refused · order.risk_denied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59689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reached the router. RiskEngine.validate() ran 0 times — eight of nine default rules have never seen an order.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374136"/>
            <a:ext cx="4572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331927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data.staleness.recovered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331927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noticed the feed came back.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096512"/>
            <a:ext cx="45720" cy="5486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404164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worker.backfill_missing_bars.*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404164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gap-repair sweep never ran.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818888"/>
            <a:ext cx="45720" cy="548640"/>
          </a:xfrm>
          <a:prstGeom prst="rect">
            <a:avLst/>
          </a:prstGeom>
          <a:solidFill>
            <a:srgbClr val="CC8A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476402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worker.metrics_serving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476402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off all day.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541264"/>
            <a:ext cx="45720" cy="54864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54864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runner.warmup_short_history · worker.not_trading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0C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execution.reconcile.mismatch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548640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F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here is good news: warmup was complete, trading was armed, the book never diverged.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day 2 runs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155680" cy="685800"/>
          </a:xfrm>
          <a:prstGeom prst="roundRect">
            <a:avLst>
              <a:gd name="adj" fmla="val 13333"/>
            </a:avLst>
          </a:prstGeom>
          <a:solidFill>
            <a:srgbClr val="2A1116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day 2. Fix the two blockers and the heartbeat, verify with one SQL query, then re-run day 1. Re-running as-is produces another day of zeros.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2228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" y="23591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BLOCKING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724912"/>
            <a:ext cx="307238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add timeframe to WorkerConfig; thread it into both StrategyRunner and StreamIngestor from one value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mark the whole watchlist in _mark, not just open positions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set METRICS_TOKEN and add a per-evaluation runner.evaluated line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make _exit_reason ask the router what is actually protected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2228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35424" y="23591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CC8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THIS WEEK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2724912"/>
            <a:ext cx="307238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derive the reconnect gap from the last stored bar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bound retry budgets by elapsed time; survive 10–15 min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· seed the staleness clock from the last bar; emit staleness.recovered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F4/F8 · read halt state at boot; durable halt reminder; alert on worker.halted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exit carve-out for the kill switch, or say explicitly that a halt freezes exits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· gate scripts/halt.py like the API, and audit it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· implement rollover_daily_counters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92440" y="21945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2228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30184" y="23591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DECIDE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2724912"/>
            <a:ext cx="307238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· re-derive the sizing row for the timeframe you actually trade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 · IEX vs SIP, in an ADR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· no mid-session restarts; log which fields a revision changed</a:t>
            </a:r>
            <a:endParaRPr lang="en-US" sz="9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watches during RTH — or the alerting substitutes for a human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2026-09-03  ·  PAPER WEEK DAY 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0140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2026-09-03T22:43:34Z</dcterms:created>
  <dcterms:modified xsi:type="dcterms:W3CDTF">2026-09-03T22:43:34Z</dcterms:modified>
</cp:coreProperties>
</file>